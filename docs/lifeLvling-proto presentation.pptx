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92CC6-94EB-0532-B8E9-5417C69CDAAA}" v="43" dt="2026-02-19T18:52:17.085"/>
    <p1510:client id="{8BA68AD9-6562-FEDF-09E8-255958EC705C}" v="253" dt="2026-02-19T06:59:37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iah Turner" userId="S::itturner@uncg.edu::39aaa87b-236e-4d6d-b4ec-89f68ed1d652" providerId="AD" clId="Web-{8BA68AD9-6562-FEDF-09E8-255958EC705C}"/>
    <pc:docChg chg="addSld modSld addMainMaster delMainMaster">
      <pc:chgData name="Isaiah Turner" userId="S::itturner@uncg.edu::39aaa87b-236e-4d6d-b4ec-89f68ed1d652" providerId="AD" clId="Web-{8BA68AD9-6562-FEDF-09E8-255958EC705C}" dt="2026-02-19T06:59:34.962" v="262" actId="20577"/>
      <pc:docMkLst>
        <pc:docMk/>
      </pc:docMkLst>
      <pc:sldChg chg="addSp modSp mod setBg modClrScheme chgLayout">
        <pc:chgData name="Isaiah Turner" userId="S::itturner@uncg.edu::39aaa87b-236e-4d6d-b4ec-89f68ed1d652" providerId="AD" clId="Web-{8BA68AD9-6562-FEDF-09E8-255958EC705C}" dt="2026-02-19T06:49:32.108" v="34" actId="14100"/>
        <pc:sldMkLst>
          <pc:docMk/>
          <pc:sldMk cId="109857222" sldId="256"/>
        </pc:sldMkLst>
        <pc:spChg chg="mod">
          <ac:chgData name="Isaiah Turner" userId="S::itturner@uncg.edu::39aaa87b-236e-4d6d-b4ec-89f68ed1d652" providerId="AD" clId="Web-{8BA68AD9-6562-FEDF-09E8-255958EC705C}" dt="2026-02-19T06:49:05.153" v="1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Isaiah Turner" userId="S::itturner@uncg.edu::39aaa87b-236e-4d6d-b4ec-89f68ed1d652" providerId="AD" clId="Web-{8BA68AD9-6562-FEDF-09E8-255958EC705C}" dt="2026-02-19T06:49:32.108" v="34" actId="1410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Isaiah Turner" userId="S::itturner@uncg.edu::39aaa87b-236e-4d6d-b4ec-89f68ed1d652" providerId="AD" clId="Web-{8BA68AD9-6562-FEDF-09E8-255958EC705C}" dt="2026-02-19T06:47:17.887" v="0"/>
          <ac:spMkLst>
            <pc:docMk/>
            <pc:sldMk cId="109857222" sldId="256"/>
            <ac:spMk id="9" creationId="{06DA9DF9-31F7-4056-B42E-878CC92417B8}"/>
          </ac:spMkLst>
        </pc:spChg>
        <pc:picChg chg="add">
          <ac:chgData name="Isaiah Turner" userId="S::itturner@uncg.edu::39aaa87b-236e-4d6d-b4ec-89f68ed1d652" providerId="AD" clId="Web-{8BA68AD9-6562-FEDF-09E8-255958EC705C}" dt="2026-02-19T06:47:17.887" v="0"/>
          <ac:picMkLst>
            <pc:docMk/>
            <pc:sldMk cId="109857222" sldId="256"/>
            <ac:picMk id="4" creationId="{1C728842-2574-592F-FA4E-5CC21445A844}"/>
          </ac:picMkLst>
        </pc:picChg>
      </pc:sldChg>
      <pc:sldChg chg="addSp delSp modSp new mod setBg">
        <pc:chgData name="Isaiah Turner" userId="S::itturner@uncg.edu::39aaa87b-236e-4d6d-b4ec-89f68ed1d652" providerId="AD" clId="Web-{8BA68AD9-6562-FEDF-09E8-255958EC705C}" dt="2026-02-19T06:51:12.020" v="135" actId="20577"/>
        <pc:sldMkLst>
          <pc:docMk/>
          <pc:sldMk cId="3393835415" sldId="257"/>
        </pc:sldMkLst>
        <pc:spChg chg="mod">
          <ac:chgData name="Isaiah Turner" userId="S::itturner@uncg.edu::39aaa87b-236e-4d6d-b4ec-89f68ed1d652" providerId="AD" clId="Web-{8BA68AD9-6562-FEDF-09E8-255958EC705C}" dt="2026-02-19T06:49:43.500" v="38" actId="20577"/>
          <ac:spMkLst>
            <pc:docMk/>
            <pc:sldMk cId="3393835415" sldId="257"/>
            <ac:spMk id="2" creationId="{2D7703C5-4133-384F-426C-F3E2001EF924}"/>
          </ac:spMkLst>
        </pc:spChg>
        <pc:spChg chg="mod">
          <ac:chgData name="Isaiah Turner" userId="S::itturner@uncg.edu::39aaa87b-236e-4d6d-b4ec-89f68ed1d652" providerId="AD" clId="Web-{8BA68AD9-6562-FEDF-09E8-255958EC705C}" dt="2026-02-19T06:51:12.020" v="135" actId="20577"/>
          <ac:spMkLst>
            <pc:docMk/>
            <pc:sldMk cId="3393835415" sldId="257"/>
            <ac:spMk id="3" creationId="{232964EA-1C70-C173-62CB-54575A5893C1}"/>
          </ac:spMkLst>
        </pc:spChg>
        <pc:spChg chg="add del">
          <ac:chgData name="Isaiah Turner" userId="S::itturner@uncg.edu::39aaa87b-236e-4d6d-b4ec-89f68ed1d652" providerId="AD" clId="Web-{8BA68AD9-6562-FEDF-09E8-255958EC705C}" dt="2026-02-19T06:47:48.777" v="7"/>
          <ac:spMkLst>
            <pc:docMk/>
            <pc:sldMk cId="3393835415" sldId="257"/>
            <ac:spMk id="8" creationId="{17718681-A12E-49D6-9925-DD7C68176D61}"/>
          </ac:spMkLst>
        </pc:spChg>
        <pc:spChg chg="add del">
          <ac:chgData name="Isaiah Turner" userId="S::itturner@uncg.edu::39aaa87b-236e-4d6d-b4ec-89f68ed1d652" providerId="AD" clId="Web-{8BA68AD9-6562-FEDF-09E8-255958EC705C}" dt="2026-02-19T06:47:48.777" v="7"/>
          <ac:spMkLst>
            <pc:docMk/>
            <pc:sldMk cId="3393835415" sldId="257"/>
            <ac:spMk id="10" creationId="{FBD77573-9EF2-4C35-8285-A1CF6FBB0EA5}"/>
          </ac:spMkLst>
        </pc:spChg>
        <pc:spChg chg="add del">
          <ac:chgData name="Isaiah Turner" userId="S::itturner@uncg.edu::39aaa87b-236e-4d6d-b4ec-89f68ed1d652" providerId="AD" clId="Web-{8BA68AD9-6562-FEDF-09E8-255958EC705C}" dt="2026-02-19T06:47:48.762" v="6"/>
          <ac:spMkLst>
            <pc:docMk/>
            <pc:sldMk cId="3393835415" sldId="257"/>
            <ac:spMk id="15" creationId="{B20EED73-1494-4E89-869B-E501A02B2408}"/>
          </ac:spMkLst>
        </pc:spChg>
        <pc:spChg chg="add del">
          <ac:chgData name="Isaiah Turner" userId="S::itturner@uncg.edu::39aaa87b-236e-4d6d-b4ec-89f68ed1d652" providerId="AD" clId="Web-{8BA68AD9-6562-FEDF-09E8-255958EC705C}" dt="2026-02-19T06:47:48.762" v="6"/>
          <ac:spMkLst>
            <pc:docMk/>
            <pc:sldMk cId="3393835415" sldId="257"/>
            <ac:spMk id="17" creationId="{E9D7A3A2-205A-4FD7-89D2-24FA8A54EA12}"/>
          </ac:spMkLst>
        </pc:spChg>
        <pc:spChg chg="add del">
          <ac:chgData name="Isaiah Turner" userId="S::itturner@uncg.edu::39aaa87b-236e-4d6d-b4ec-89f68ed1d652" providerId="AD" clId="Web-{8BA68AD9-6562-FEDF-09E8-255958EC705C}" dt="2026-02-19T06:47:48.762" v="6"/>
          <ac:spMkLst>
            <pc:docMk/>
            <pc:sldMk cId="3393835415" sldId="257"/>
            <ac:spMk id="19" creationId="{C6BFDF0B-6325-416D-926F-7141006DDBD0}"/>
          </ac:spMkLst>
        </pc:spChg>
        <pc:spChg chg="add">
          <ac:chgData name="Isaiah Turner" userId="S::itturner@uncg.edu::39aaa87b-236e-4d6d-b4ec-89f68ed1d652" providerId="AD" clId="Web-{8BA68AD9-6562-FEDF-09E8-255958EC705C}" dt="2026-02-19T06:47:48.777" v="7"/>
          <ac:spMkLst>
            <pc:docMk/>
            <pc:sldMk cId="3393835415" sldId="257"/>
            <ac:spMk id="21" creationId="{24B04273-AE2A-4676-98D5-85D0D238C9E3}"/>
          </ac:spMkLst>
        </pc:spChg>
        <pc:spChg chg="add">
          <ac:chgData name="Isaiah Turner" userId="S::itturner@uncg.edu::39aaa87b-236e-4d6d-b4ec-89f68ed1d652" providerId="AD" clId="Web-{8BA68AD9-6562-FEDF-09E8-255958EC705C}" dt="2026-02-19T06:47:48.777" v="7"/>
          <ac:spMkLst>
            <pc:docMk/>
            <pc:sldMk cId="3393835415" sldId="257"/>
            <ac:spMk id="22" creationId="{98A68847-134F-4AF1-B1C6-332344C9C90D}"/>
          </ac:spMkLst>
        </pc:spChg>
      </pc:sldChg>
      <pc:sldChg chg="addSp modSp new mod setBg">
        <pc:chgData name="Isaiah Turner" userId="S::itturner@uncg.edu::39aaa87b-236e-4d6d-b4ec-89f68ed1d652" providerId="AD" clId="Web-{8BA68AD9-6562-FEDF-09E8-255958EC705C}" dt="2026-02-19T06:59:34.962" v="262" actId="20577"/>
        <pc:sldMkLst>
          <pc:docMk/>
          <pc:sldMk cId="1182452784" sldId="258"/>
        </pc:sldMkLst>
        <pc:spChg chg="mod">
          <ac:chgData name="Isaiah Turner" userId="S::itturner@uncg.edu::39aaa87b-236e-4d6d-b4ec-89f68ed1d652" providerId="AD" clId="Web-{8BA68AD9-6562-FEDF-09E8-255958EC705C}" dt="2026-02-19T06:59:34.962" v="262" actId="20577"/>
          <ac:spMkLst>
            <pc:docMk/>
            <pc:sldMk cId="1182452784" sldId="258"/>
            <ac:spMk id="2" creationId="{6913570E-1F92-024E-C971-3DA2B4B6000E}"/>
          </ac:spMkLst>
        </pc:spChg>
        <pc:spChg chg="mod">
          <ac:chgData name="Isaiah Turner" userId="S::itturner@uncg.edu::39aaa87b-236e-4d6d-b4ec-89f68ed1d652" providerId="AD" clId="Web-{8BA68AD9-6562-FEDF-09E8-255958EC705C}" dt="2026-02-19T06:59:14.712" v="252" actId="1076"/>
          <ac:spMkLst>
            <pc:docMk/>
            <pc:sldMk cId="1182452784" sldId="258"/>
            <ac:spMk id="3" creationId="{2AEC0160-BF66-5A26-BCA7-D5D2B2C9F0D4}"/>
          </ac:spMkLst>
        </pc:spChg>
        <pc:spChg chg="add">
          <ac:chgData name="Isaiah Turner" userId="S::itturner@uncg.edu::39aaa87b-236e-4d6d-b4ec-89f68ed1d652" providerId="AD" clId="Web-{8BA68AD9-6562-FEDF-09E8-255958EC705C}" dt="2026-02-19T06:47:35.356" v="4"/>
          <ac:spMkLst>
            <pc:docMk/>
            <pc:sldMk cId="1182452784" sldId="258"/>
            <ac:spMk id="8" creationId="{FBE20309-1FB9-4818-BAFA-9C4C0534178B}"/>
          </ac:spMkLst>
        </pc:spChg>
        <pc:spChg chg="add">
          <ac:chgData name="Isaiah Turner" userId="S::itturner@uncg.edu::39aaa87b-236e-4d6d-b4ec-89f68ed1d652" providerId="AD" clId="Web-{8BA68AD9-6562-FEDF-09E8-255958EC705C}" dt="2026-02-19T06:47:35.356" v="4"/>
          <ac:spMkLst>
            <pc:docMk/>
            <pc:sldMk cId="1182452784" sldId="258"/>
            <ac:spMk id="10" creationId="{FBD77573-9EF2-4C35-8285-A1CF6FBB0EA5}"/>
          </ac:spMkLst>
        </pc:spChg>
      </pc:sldChg>
      <pc:sldChg chg="addSp modSp new mod setBg">
        <pc:chgData name="Isaiah Turner" userId="S::itturner@uncg.edu::39aaa87b-236e-4d6d-b4ec-89f68ed1d652" providerId="AD" clId="Web-{8BA68AD9-6562-FEDF-09E8-255958EC705C}" dt="2026-02-19T06:47:56.512" v="9"/>
        <pc:sldMkLst>
          <pc:docMk/>
          <pc:sldMk cId="234353701" sldId="259"/>
        </pc:sldMkLst>
        <pc:spChg chg="mod">
          <ac:chgData name="Isaiah Turner" userId="S::itturner@uncg.edu::39aaa87b-236e-4d6d-b4ec-89f68ed1d652" providerId="AD" clId="Web-{8BA68AD9-6562-FEDF-09E8-255958EC705C}" dt="2026-02-19T06:47:56.512" v="9"/>
          <ac:spMkLst>
            <pc:docMk/>
            <pc:sldMk cId="234353701" sldId="259"/>
            <ac:spMk id="2" creationId="{C1964A0B-E082-5192-03C0-9832BD90D8B9}"/>
          </ac:spMkLst>
        </pc:spChg>
        <pc:spChg chg="mod">
          <ac:chgData name="Isaiah Turner" userId="S::itturner@uncg.edu::39aaa87b-236e-4d6d-b4ec-89f68ed1d652" providerId="AD" clId="Web-{8BA68AD9-6562-FEDF-09E8-255958EC705C}" dt="2026-02-19T06:47:56.512" v="9"/>
          <ac:spMkLst>
            <pc:docMk/>
            <pc:sldMk cId="234353701" sldId="259"/>
            <ac:spMk id="3" creationId="{66064BA3-22BB-26F0-7EB9-4F9FCC4F720E}"/>
          </ac:spMkLst>
        </pc:spChg>
        <pc:spChg chg="add">
          <ac:chgData name="Isaiah Turner" userId="S::itturner@uncg.edu::39aaa87b-236e-4d6d-b4ec-89f68ed1d652" providerId="AD" clId="Web-{8BA68AD9-6562-FEDF-09E8-255958EC705C}" dt="2026-02-19T06:47:56.512" v="9"/>
          <ac:spMkLst>
            <pc:docMk/>
            <pc:sldMk cId="234353701" sldId="259"/>
            <ac:spMk id="8" creationId="{17718681-A12E-49D6-9925-DD7C68176D61}"/>
          </ac:spMkLst>
        </pc:spChg>
        <pc:spChg chg="add">
          <ac:chgData name="Isaiah Turner" userId="S::itturner@uncg.edu::39aaa87b-236e-4d6d-b4ec-89f68ed1d652" providerId="AD" clId="Web-{8BA68AD9-6562-FEDF-09E8-255958EC705C}" dt="2026-02-19T06:47:56.512" v="9"/>
          <ac:spMkLst>
            <pc:docMk/>
            <pc:sldMk cId="234353701" sldId="259"/>
            <ac:spMk id="10" creationId="{FBD77573-9EF2-4C35-8285-A1CF6FBB0EA5}"/>
          </ac:spMkLst>
        </pc:spChg>
      </pc:sldChg>
      <pc:sldMasterChg chg="del delSldLayout">
        <pc:chgData name="Isaiah Turner" userId="S::itturner@uncg.edu::39aaa87b-236e-4d6d-b4ec-89f68ed1d652" providerId="AD" clId="Web-{8BA68AD9-6562-FEDF-09E8-255958EC705C}" dt="2026-02-19T06:47:17.887" v="0"/>
        <pc:sldMasterMkLst>
          <pc:docMk/>
          <pc:sldMasterMk cId="2460954070" sldId="2147483660"/>
        </pc:sldMasterMkLst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Isaiah Turner" userId="S::itturner@uncg.edu::39aaa87b-236e-4d6d-b4ec-89f68ed1d652" providerId="AD" clId="Web-{8BA68AD9-6562-FEDF-09E8-255958EC705C}" dt="2026-02-19T06:47:17.887" v="0"/>
        <pc:sldMasterMkLst>
          <pc:docMk/>
          <pc:sldMasterMk cId="2619188149" sldId="2147483735"/>
        </pc:sldMasterMkLst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4254381881" sldId="2147483723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1015055916" sldId="2147483724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1296411633" sldId="2147483725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634954353" sldId="2147483726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2432561750" sldId="2147483727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1970747458" sldId="2147483728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3589895136" sldId="2147483729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1969375723" sldId="2147483730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2723660459" sldId="2147483731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1651604276" sldId="2147483732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3999260612" sldId="2147483733"/>
          </pc:sldLayoutMkLst>
        </pc:sldLayoutChg>
        <pc:sldLayoutChg chg="add">
          <pc:chgData name="Isaiah Turner" userId="S::itturner@uncg.edu::39aaa87b-236e-4d6d-b4ec-89f68ed1d652" providerId="AD" clId="Web-{8BA68AD9-6562-FEDF-09E8-255958EC705C}" dt="2026-02-19T06:47:17.887" v="0"/>
          <pc:sldLayoutMkLst>
            <pc:docMk/>
            <pc:sldMasterMk cId="2619188149" sldId="2147483735"/>
            <pc:sldLayoutMk cId="2858749425" sldId="2147483734"/>
          </pc:sldLayoutMkLst>
        </pc:sldLayoutChg>
      </pc:sldMasterChg>
    </pc:docChg>
  </pc:docChgLst>
  <pc:docChgLst>
    <pc:chgData name="Daylan Cobb" userId="S::drcobb@uncg.edu::b42bc819-9ed2-4dfc-ac1d-73e3c5953a6a" providerId="AD" clId="Web-{3AC92CC6-94EB-0532-B8E9-5417C69CDAAA}"/>
    <pc:docChg chg="modSld">
      <pc:chgData name="Daylan Cobb" userId="S::drcobb@uncg.edu::b42bc819-9ed2-4dfc-ac1d-73e3c5953a6a" providerId="AD" clId="Web-{3AC92CC6-94EB-0532-B8E9-5417C69CDAAA}" dt="2026-02-19T18:52:17.085" v="47" actId="20577"/>
      <pc:docMkLst>
        <pc:docMk/>
      </pc:docMkLst>
      <pc:sldChg chg="addSp delSp modSp mod setClrOvrMap">
        <pc:chgData name="Daylan Cobb" userId="S::drcobb@uncg.edu::b42bc819-9ed2-4dfc-ac1d-73e3c5953a6a" providerId="AD" clId="Web-{3AC92CC6-94EB-0532-B8E9-5417C69CDAAA}" dt="2026-02-19T18:52:17.085" v="47" actId="20577"/>
        <pc:sldMkLst>
          <pc:docMk/>
          <pc:sldMk cId="109857222" sldId="256"/>
        </pc:sldMkLst>
        <pc:spChg chg="mod">
          <ac:chgData name="Daylan Cobb" userId="S::drcobb@uncg.edu::b42bc819-9ed2-4dfc-ac1d-73e3c5953a6a" providerId="AD" clId="Web-{3AC92CC6-94EB-0532-B8E9-5417C69CDAAA}" dt="2026-02-19T18:52:17.085" v="4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aylan Cobb" userId="S::drcobb@uncg.edu::b42bc819-9ed2-4dfc-ac1d-73e3c5953a6a" providerId="AD" clId="Web-{3AC92CC6-94EB-0532-B8E9-5417C69CDAAA}" dt="2026-02-19T18:52:12.882" v="46" actId="20577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Daylan Cobb" userId="S::drcobb@uncg.edu::b42bc819-9ed2-4dfc-ac1d-73e3c5953a6a" providerId="AD" clId="Web-{3AC92CC6-94EB-0532-B8E9-5417C69CDAAA}" dt="2026-02-19T18:49:27.423" v="31"/>
          <ac:spMkLst>
            <pc:docMk/>
            <pc:sldMk cId="109857222" sldId="256"/>
            <ac:spMk id="9" creationId="{06DA9DF9-31F7-4056-B42E-878CC92417B8}"/>
          </ac:spMkLst>
        </pc:spChg>
        <pc:spChg chg="add del">
          <ac:chgData name="Daylan Cobb" userId="S::drcobb@uncg.edu::b42bc819-9ed2-4dfc-ac1d-73e3c5953a6a" providerId="AD" clId="Web-{3AC92CC6-94EB-0532-B8E9-5417C69CDAAA}" dt="2026-02-19T18:49:59.955" v="35"/>
          <ac:spMkLst>
            <pc:docMk/>
            <pc:sldMk cId="109857222" sldId="256"/>
            <ac:spMk id="14" creationId="{214DB47B-6C2B-46D1-9B08-00E098C72C0F}"/>
          </ac:spMkLst>
        </pc:spChg>
        <pc:spChg chg="add del">
          <ac:chgData name="Daylan Cobb" userId="S::drcobb@uncg.edu::b42bc819-9ed2-4dfc-ac1d-73e3c5953a6a" providerId="AD" clId="Web-{3AC92CC6-94EB-0532-B8E9-5417C69CDAAA}" dt="2026-02-19T18:49:59.908" v="34"/>
          <ac:spMkLst>
            <pc:docMk/>
            <pc:sldMk cId="109857222" sldId="256"/>
            <ac:spMk id="19" creationId="{62245F03-66D5-45EC-A0B5-90E656B114D0}"/>
          </ac:spMkLst>
        </pc:spChg>
        <pc:spChg chg="add del">
          <ac:chgData name="Daylan Cobb" userId="S::drcobb@uncg.edu::b42bc819-9ed2-4dfc-ac1d-73e3c5953a6a" providerId="AD" clId="Web-{3AC92CC6-94EB-0532-B8E9-5417C69CDAAA}" dt="2026-02-19T18:50:26.925" v="40"/>
          <ac:spMkLst>
            <pc:docMk/>
            <pc:sldMk cId="109857222" sldId="256"/>
            <ac:spMk id="21" creationId="{A8CCCB6D-5162-4AAE-A5E3-3AC55410DBCE}"/>
          </ac:spMkLst>
        </pc:spChg>
        <pc:spChg chg="add">
          <ac:chgData name="Daylan Cobb" userId="S::drcobb@uncg.edu::b42bc819-9ed2-4dfc-ac1d-73e3c5953a6a" providerId="AD" clId="Web-{3AC92CC6-94EB-0532-B8E9-5417C69CDAAA}" dt="2026-02-19T18:50:26.925" v="40"/>
          <ac:spMkLst>
            <pc:docMk/>
            <pc:sldMk cId="109857222" sldId="256"/>
            <ac:spMk id="26" creationId="{214DB47B-6C2B-46D1-9B08-00E098C72C0F}"/>
          </ac:spMkLst>
        </pc:spChg>
        <pc:picChg chg="mod ord">
          <ac:chgData name="Daylan Cobb" userId="S::drcobb@uncg.edu::b42bc819-9ed2-4dfc-ac1d-73e3c5953a6a" providerId="AD" clId="Web-{3AC92CC6-94EB-0532-B8E9-5417C69CDAAA}" dt="2026-02-19T18:50:26.925" v="40"/>
          <ac:picMkLst>
            <pc:docMk/>
            <pc:sldMk cId="109857222" sldId="256"/>
            <ac:picMk id="4" creationId="{1C728842-2574-592F-FA4E-5CC21445A844}"/>
          </ac:picMkLst>
        </pc:picChg>
        <pc:picChg chg="add del mod ord">
          <ac:chgData name="Daylan Cobb" userId="S::drcobb@uncg.edu::b42bc819-9ed2-4dfc-ac1d-73e3c5953a6a" providerId="AD" clId="Web-{3AC92CC6-94EB-0532-B8E9-5417C69CDAAA}" dt="2026-02-19T18:51:09.176" v="41"/>
          <ac:picMkLst>
            <pc:docMk/>
            <pc:sldMk cId="109857222" sldId="256"/>
            <ac:picMk id="5" creationId="{E2B70CD6-BA5D-70B7-F1CA-CE8352401B6A}"/>
          </ac:picMkLst>
        </pc:picChg>
        <pc:picChg chg="add mod">
          <ac:chgData name="Daylan Cobb" userId="S::drcobb@uncg.edu::b42bc819-9ed2-4dfc-ac1d-73e3c5953a6a" providerId="AD" clId="Web-{3AC92CC6-94EB-0532-B8E9-5417C69CDAAA}" dt="2026-02-19T18:51:20.880" v="44" actId="1076"/>
          <ac:picMkLst>
            <pc:docMk/>
            <pc:sldMk cId="109857222" sldId="256"/>
            <ac:picMk id="6" creationId="{7CC4341A-AF64-6E9D-4595-665AEB7E0576}"/>
          </ac:picMkLst>
        </pc:picChg>
      </pc:sldChg>
      <pc:sldChg chg="addSp delSp modSp mod modClrScheme delDesignElem chgLayout">
        <pc:chgData name="Daylan Cobb" userId="S::drcobb@uncg.edu::b42bc819-9ed2-4dfc-ac1d-73e3c5953a6a" providerId="AD" clId="Web-{3AC92CC6-94EB-0532-B8E9-5417C69CDAAA}" dt="2026-02-19T18:41:50.283" v="29" actId="1076"/>
        <pc:sldMkLst>
          <pc:docMk/>
          <pc:sldMk cId="234353701" sldId="259"/>
        </pc:sldMkLst>
        <pc:spChg chg="mod ord">
          <ac:chgData name="Daylan Cobb" userId="S::drcobb@uncg.edu::b42bc819-9ed2-4dfc-ac1d-73e3c5953a6a" providerId="AD" clId="Web-{3AC92CC6-94EB-0532-B8E9-5417C69CDAAA}" dt="2026-02-19T18:41:50.283" v="29" actId="1076"/>
          <ac:spMkLst>
            <pc:docMk/>
            <pc:sldMk cId="234353701" sldId="259"/>
            <ac:spMk id="2" creationId="{C1964A0B-E082-5192-03C0-9832BD90D8B9}"/>
          </ac:spMkLst>
        </pc:spChg>
        <pc:spChg chg="mod ord">
          <ac:chgData name="Daylan Cobb" userId="S::drcobb@uncg.edu::b42bc819-9ed2-4dfc-ac1d-73e3c5953a6a" providerId="AD" clId="Web-{3AC92CC6-94EB-0532-B8E9-5417C69CDAAA}" dt="2026-02-19T18:41:46.861" v="28" actId="1076"/>
          <ac:spMkLst>
            <pc:docMk/>
            <pc:sldMk cId="234353701" sldId="259"/>
            <ac:spMk id="3" creationId="{66064BA3-22BB-26F0-7EB9-4F9FCC4F720E}"/>
          </ac:spMkLst>
        </pc:spChg>
        <pc:spChg chg="add">
          <ac:chgData name="Daylan Cobb" userId="S::drcobb@uncg.edu::b42bc819-9ed2-4dfc-ac1d-73e3c5953a6a" providerId="AD" clId="Web-{3AC92CC6-94EB-0532-B8E9-5417C69CDAAA}" dt="2026-02-19T18:39:50.907" v="17"/>
          <ac:spMkLst>
            <pc:docMk/>
            <pc:sldMk cId="234353701" sldId="259"/>
            <ac:spMk id="5" creationId="{13B7BB51-92B8-4089-8DAB-1202A4D1C6A3}"/>
          </ac:spMkLst>
        </pc:spChg>
        <pc:spChg chg="add">
          <ac:chgData name="Daylan Cobb" userId="S::drcobb@uncg.edu::b42bc819-9ed2-4dfc-ac1d-73e3c5953a6a" providerId="AD" clId="Web-{3AC92CC6-94EB-0532-B8E9-5417C69CDAAA}" dt="2026-02-19T18:39:50.907" v="17"/>
          <ac:spMkLst>
            <pc:docMk/>
            <pc:sldMk cId="234353701" sldId="259"/>
            <ac:spMk id="6" creationId="{FBE20309-1FB9-4818-BAFA-9C4C0534178B}"/>
          </ac:spMkLst>
        </pc:spChg>
        <pc:spChg chg="del">
          <ac:chgData name="Daylan Cobb" userId="S::drcobb@uncg.edu::b42bc819-9ed2-4dfc-ac1d-73e3c5953a6a" providerId="AD" clId="Web-{3AC92CC6-94EB-0532-B8E9-5417C69CDAAA}" dt="2026-02-19T18:39:46.531" v="16"/>
          <ac:spMkLst>
            <pc:docMk/>
            <pc:sldMk cId="234353701" sldId="259"/>
            <ac:spMk id="8" creationId="{17718681-A12E-49D6-9925-DD7C68176D61}"/>
          </ac:spMkLst>
        </pc:spChg>
        <pc:spChg chg="del">
          <ac:chgData name="Daylan Cobb" userId="S::drcobb@uncg.edu::b42bc819-9ed2-4dfc-ac1d-73e3c5953a6a" providerId="AD" clId="Web-{3AC92CC6-94EB-0532-B8E9-5417C69CDAAA}" dt="2026-02-19T18:39:46.531" v="16"/>
          <ac:spMkLst>
            <pc:docMk/>
            <pc:sldMk cId="234353701" sldId="259"/>
            <ac:spMk id="10" creationId="{FBD77573-9EF2-4C35-8285-A1CF6FBB0EA5}"/>
          </ac:spMkLst>
        </pc:spChg>
        <pc:spChg chg="add">
          <ac:chgData name="Daylan Cobb" userId="S::drcobb@uncg.edu::b42bc819-9ed2-4dfc-ac1d-73e3c5953a6a" providerId="AD" clId="Web-{3AC92CC6-94EB-0532-B8E9-5417C69CDAAA}" dt="2026-02-19T18:39:50.907" v="17"/>
          <ac:spMkLst>
            <pc:docMk/>
            <pc:sldMk cId="234353701" sldId="259"/>
            <ac:spMk id="12" creationId="{FBD77573-9EF2-4C35-8285-A1CF6FBB0E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7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6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0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6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4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8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5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1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5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1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9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8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14DB47B-6C2B-46D1-9B08-00E098C7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8658" y="4224938"/>
            <a:ext cx="6105136" cy="1459355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LifeLvling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65595" y="5724112"/>
            <a:ext cx="6288199" cy="6467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/>
              <a:t>Isaiah turner &amp; Daylan cobb</a:t>
            </a:r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1C728842-2574-592F-FA4E-5CC21445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2" r="12199"/>
          <a:stretch>
            <a:fillRect/>
          </a:stretch>
        </p:blipFill>
        <p:spPr>
          <a:xfrm>
            <a:off x="6355500" y="211464"/>
            <a:ext cx="4941485" cy="3877363"/>
          </a:xfrm>
          <a:custGeom>
            <a:avLst/>
            <a:gdLst/>
            <a:ahLst/>
            <a:cxnLst/>
            <a:rect l="l" t="t" r="r" b="b"/>
            <a:pathLst>
              <a:path w="4569568" h="3877363">
                <a:moveTo>
                  <a:pt x="3843224" y="17"/>
                </a:moveTo>
                <a:cubicBezTo>
                  <a:pt x="3853657" y="-269"/>
                  <a:pt x="3863732" y="3160"/>
                  <a:pt x="3872078" y="16745"/>
                </a:cubicBezTo>
                <a:cubicBezTo>
                  <a:pt x="3827725" y="52547"/>
                  <a:pt x="3771210" y="39089"/>
                  <a:pt x="3711358" y="79463"/>
                </a:cubicBezTo>
                <a:cubicBezTo>
                  <a:pt x="3808648" y="66766"/>
                  <a:pt x="3885671" y="56609"/>
                  <a:pt x="3962692" y="46454"/>
                </a:cubicBezTo>
                <a:cubicBezTo>
                  <a:pt x="3964124" y="53563"/>
                  <a:pt x="3965554" y="60673"/>
                  <a:pt x="3966984" y="67782"/>
                </a:cubicBezTo>
                <a:cubicBezTo>
                  <a:pt x="3868502" y="82763"/>
                  <a:pt x="3777410" y="121359"/>
                  <a:pt x="3681550" y="148529"/>
                </a:cubicBezTo>
                <a:cubicBezTo>
                  <a:pt x="3690374" y="165289"/>
                  <a:pt x="3699196" y="161987"/>
                  <a:pt x="3707066" y="160972"/>
                </a:cubicBezTo>
                <a:cubicBezTo>
                  <a:pt x="3758334" y="154369"/>
                  <a:pt x="3809602" y="147768"/>
                  <a:pt x="3858724" y="129739"/>
                </a:cubicBezTo>
                <a:cubicBezTo>
                  <a:pt x="3869693" y="125675"/>
                  <a:pt x="3883047" y="125675"/>
                  <a:pt x="3889247" y="137864"/>
                </a:cubicBezTo>
                <a:cubicBezTo>
                  <a:pt x="3898070" y="155131"/>
                  <a:pt x="3885433" y="166304"/>
                  <a:pt x="3874225" y="175697"/>
                </a:cubicBezTo>
                <a:cubicBezTo>
                  <a:pt x="3854670" y="191949"/>
                  <a:pt x="3831064" y="187379"/>
                  <a:pt x="3808410" y="190425"/>
                </a:cubicBezTo>
                <a:cubicBezTo>
                  <a:pt x="3748081" y="198297"/>
                  <a:pt x="3719226" y="222927"/>
                  <a:pt x="3705872" y="279299"/>
                </a:cubicBezTo>
                <a:cubicBezTo>
                  <a:pt x="3758811" y="256445"/>
                  <a:pt x="3809842" y="284631"/>
                  <a:pt x="3861109" y="268633"/>
                </a:cubicBezTo>
                <a:cubicBezTo>
                  <a:pt x="3874463" y="264571"/>
                  <a:pt x="3895685" y="270664"/>
                  <a:pt x="3888532" y="290216"/>
                </a:cubicBezTo>
                <a:cubicBezTo>
                  <a:pt x="3881854" y="308499"/>
                  <a:pt x="3859678" y="321702"/>
                  <a:pt x="3899025" y="318148"/>
                </a:cubicBezTo>
                <a:cubicBezTo>
                  <a:pt x="3927162" y="315608"/>
                  <a:pt x="3982246" y="336176"/>
                  <a:pt x="3959116" y="341254"/>
                </a:cubicBezTo>
                <a:cubicBezTo>
                  <a:pt x="3930024" y="347603"/>
                  <a:pt x="3901646" y="356744"/>
                  <a:pt x="3864685" y="367154"/>
                </a:cubicBezTo>
                <a:cubicBezTo>
                  <a:pt x="3905463" y="384166"/>
                  <a:pt x="3934793" y="380611"/>
                  <a:pt x="3965554" y="367154"/>
                </a:cubicBezTo>
                <a:cubicBezTo>
                  <a:pt x="4002753" y="350903"/>
                  <a:pt x="4051161" y="331098"/>
                  <a:pt x="4081445" y="349381"/>
                </a:cubicBezTo>
                <a:cubicBezTo>
                  <a:pt x="4126752" y="376803"/>
                  <a:pt x="4164428" y="359536"/>
                  <a:pt x="4204966" y="354966"/>
                </a:cubicBezTo>
                <a:cubicBezTo>
                  <a:pt x="4287472" y="345570"/>
                  <a:pt x="4369264" y="329827"/>
                  <a:pt x="4452008" y="322211"/>
                </a:cubicBezTo>
                <a:cubicBezTo>
                  <a:pt x="4485154" y="319164"/>
                  <a:pt x="4520922" y="304691"/>
                  <a:pt x="4569568" y="324495"/>
                </a:cubicBezTo>
                <a:cubicBezTo>
                  <a:pt x="4349232" y="425810"/>
                  <a:pt x="4112683" y="419463"/>
                  <a:pt x="3915955" y="544899"/>
                </a:cubicBezTo>
                <a:cubicBezTo>
                  <a:pt x="3924301" y="556833"/>
                  <a:pt x="3966745" y="590858"/>
                  <a:pt x="3949339" y="593397"/>
                </a:cubicBezTo>
                <a:cubicBezTo>
                  <a:pt x="3900455" y="600761"/>
                  <a:pt x="3857056" y="625645"/>
                  <a:pt x="3812464" y="646212"/>
                </a:cubicBezTo>
                <a:cubicBezTo>
                  <a:pt x="3793148" y="655100"/>
                  <a:pt x="3769780" y="666781"/>
                  <a:pt x="3778841" y="698520"/>
                </a:cubicBezTo>
                <a:cubicBezTo>
                  <a:pt x="3795295" y="707407"/>
                  <a:pt x="3807456" y="694965"/>
                  <a:pt x="3821047" y="693950"/>
                </a:cubicBezTo>
                <a:cubicBezTo>
                  <a:pt x="3834878" y="692935"/>
                  <a:pt x="3865879" y="699535"/>
                  <a:pt x="3857293" y="703852"/>
                </a:cubicBezTo>
                <a:cubicBezTo>
                  <a:pt x="3818186" y="723405"/>
                  <a:pt x="3888532" y="770380"/>
                  <a:pt x="3842271" y="770380"/>
                </a:cubicBezTo>
                <a:cubicBezTo>
                  <a:pt x="3764772" y="770633"/>
                  <a:pt x="3723519" y="853919"/>
                  <a:pt x="3648882" y="856205"/>
                </a:cubicBezTo>
                <a:cubicBezTo>
                  <a:pt x="3636960" y="856458"/>
                  <a:pt x="3631236" y="871185"/>
                  <a:pt x="3631474" y="884136"/>
                </a:cubicBezTo>
                <a:cubicBezTo>
                  <a:pt x="3631474" y="899626"/>
                  <a:pt x="3642444" y="902418"/>
                  <a:pt x="3654605" y="903942"/>
                </a:cubicBezTo>
                <a:cubicBezTo>
                  <a:pt x="3673205" y="906226"/>
                  <a:pt x="3692520" y="884136"/>
                  <a:pt x="3717081" y="914098"/>
                </a:cubicBezTo>
                <a:cubicBezTo>
                  <a:pt x="3672966" y="931618"/>
                  <a:pt x="3628852" y="949140"/>
                  <a:pt x="3629568" y="1009319"/>
                </a:cubicBezTo>
                <a:cubicBezTo>
                  <a:pt x="3629805" y="1025569"/>
                  <a:pt x="3611444" y="1031663"/>
                  <a:pt x="3597613" y="1035726"/>
                </a:cubicBezTo>
                <a:cubicBezTo>
                  <a:pt x="3574721" y="1042329"/>
                  <a:pt x="3555408" y="1054009"/>
                  <a:pt x="3543006" y="1076608"/>
                </a:cubicBezTo>
                <a:cubicBezTo>
                  <a:pt x="3543246" y="1080925"/>
                  <a:pt x="3543484" y="1085495"/>
                  <a:pt x="3542052" y="1089050"/>
                </a:cubicBezTo>
                <a:cubicBezTo>
                  <a:pt x="3546106" y="1143642"/>
                  <a:pt x="3579490" y="1142118"/>
                  <a:pt x="3616451" y="1132978"/>
                </a:cubicBezTo>
                <a:cubicBezTo>
                  <a:pt x="3660566" y="1121805"/>
                  <a:pt x="3704204" y="1101491"/>
                  <a:pt x="3750703" y="1121043"/>
                </a:cubicBezTo>
                <a:cubicBezTo>
                  <a:pt x="3685126" y="1147197"/>
                  <a:pt x="3613828" y="1149228"/>
                  <a:pt x="3552307" y="1186555"/>
                </a:cubicBezTo>
                <a:cubicBezTo>
                  <a:pt x="3777410" y="1193411"/>
                  <a:pt x="3976284" y="1075591"/>
                  <a:pt x="4194473" y="1030395"/>
                </a:cubicBezTo>
                <a:cubicBezTo>
                  <a:pt x="4187082" y="1060610"/>
                  <a:pt x="4169436" y="1066704"/>
                  <a:pt x="4153459" y="1071275"/>
                </a:cubicBezTo>
                <a:cubicBezTo>
                  <a:pt x="4072860" y="1094129"/>
                  <a:pt x="4002278" y="1139581"/>
                  <a:pt x="3928831" y="1178936"/>
                </a:cubicBezTo>
                <a:cubicBezTo>
                  <a:pt x="3898548" y="1195188"/>
                  <a:pt x="3876608" y="1211440"/>
                  <a:pt x="3865164" y="1246481"/>
                </a:cubicBezTo>
                <a:cubicBezTo>
                  <a:pt x="3854908" y="1278221"/>
                  <a:pt x="3835117" y="1292948"/>
                  <a:pt x="3798395" y="1283806"/>
                </a:cubicBezTo>
                <a:cubicBezTo>
                  <a:pt x="3768588" y="1276188"/>
                  <a:pt x="3735920" y="1280251"/>
                  <a:pt x="3704681" y="1283045"/>
                </a:cubicBezTo>
                <a:cubicBezTo>
                  <a:pt x="3668674" y="1286092"/>
                  <a:pt x="3628374" y="1321895"/>
                  <a:pt x="3638151" y="1340431"/>
                </a:cubicBezTo>
                <a:cubicBezTo>
                  <a:pt x="3654843" y="1371917"/>
                  <a:pt x="3682743" y="1356174"/>
                  <a:pt x="3707542" y="1352619"/>
                </a:cubicBezTo>
                <a:cubicBezTo>
                  <a:pt x="3735681" y="1348303"/>
                  <a:pt x="3787902" y="1339415"/>
                  <a:pt x="3788856" y="1343224"/>
                </a:cubicBezTo>
                <a:cubicBezTo>
                  <a:pt x="3807219" y="1422193"/>
                  <a:pt x="3936463" y="1353382"/>
                  <a:pt x="3964363" y="1346270"/>
                </a:cubicBezTo>
                <a:cubicBezTo>
                  <a:pt x="3999176" y="1337384"/>
                  <a:pt x="4031845" y="1353635"/>
                  <a:pt x="4064991" y="1357443"/>
                </a:cubicBezTo>
                <a:cubicBezTo>
                  <a:pt x="4094560" y="1360998"/>
                  <a:pt x="4261720" y="1371917"/>
                  <a:pt x="4296295" y="1338398"/>
                </a:cubicBezTo>
                <a:cubicBezTo>
                  <a:pt x="4301064" y="1364552"/>
                  <a:pt x="4291050" y="1375217"/>
                  <a:pt x="4282702" y="1387152"/>
                </a:cubicBezTo>
                <a:cubicBezTo>
                  <a:pt x="4271019" y="1404164"/>
                  <a:pt x="4269110" y="1416099"/>
                  <a:pt x="4291288" y="1429556"/>
                </a:cubicBezTo>
                <a:cubicBezTo>
                  <a:pt x="4354480" y="1468154"/>
                  <a:pt x="4353524" y="1469422"/>
                  <a:pt x="4294626" y="1521730"/>
                </a:cubicBezTo>
                <a:cubicBezTo>
                  <a:pt x="4291763" y="1524015"/>
                  <a:pt x="4292957" y="1531633"/>
                  <a:pt x="4292480" y="1536712"/>
                </a:cubicBezTo>
                <a:cubicBezTo>
                  <a:pt x="4307980" y="1544836"/>
                  <a:pt x="4326102" y="1524523"/>
                  <a:pt x="4344224" y="1546361"/>
                </a:cubicBezTo>
                <a:cubicBezTo>
                  <a:pt x="4265296" y="1642341"/>
                  <a:pt x="4144874" y="1665955"/>
                  <a:pt x="4035898" y="1738070"/>
                </a:cubicBezTo>
                <a:cubicBezTo>
                  <a:pt x="4124128" y="1761938"/>
                  <a:pt x="4177066" y="1678652"/>
                  <a:pt x="4241926" y="1689317"/>
                </a:cubicBezTo>
                <a:cubicBezTo>
                  <a:pt x="4274357" y="1715471"/>
                  <a:pt x="4178020" y="1757368"/>
                  <a:pt x="4269826" y="1769810"/>
                </a:cubicBezTo>
                <a:cubicBezTo>
                  <a:pt x="4230002" y="1792663"/>
                  <a:pt x="4200434" y="1815006"/>
                  <a:pt x="4173012" y="1841415"/>
                </a:cubicBezTo>
                <a:cubicBezTo>
                  <a:pt x="4124128" y="1888644"/>
                  <a:pt x="4114590" y="1919623"/>
                  <a:pt x="4137244" y="1983103"/>
                </a:cubicBezTo>
                <a:cubicBezTo>
                  <a:pt x="4152029" y="2024746"/>
                  <a:pt x="4173728" y="2063089"/>
                  <a:pt x="4154652" y="2112602"/>
                </a:cubicBezTo>
                <a:cubicBezTo>
                  <a:pt x="4141298" y="2146628"/>
                  <a:pt x="4146544" y="2168972"/>
                  <a:pt x="4196142" y="2153737"/>
                </a:cubicBezTo>
                <a:cubicBezTo>
                  <a:pt x="4249557" y="2137485"/>
                  <a:pt x="4269587" y="2167956"/>
                  <a:pt x="4256234" y="2227627"/>
                </a:cubicBezTo>
                <a:cubicBezTo>
                  <a:pt x="4247650" y="2265970"/>
                  <a:pt x="4256712" y="2277649"/>
                  <a:pt x="4293433" y="2273333"/>
                </a:cubicBezTo>
                <a:cubicBezTo>
                  <a:pt x="4333972" y="2268509"/>
                  <a:pt x="4372602" y="2243370"/>
                  <a:pt x="4422678" y="2255559"/>
                </a:cubicBezTo>
                <a:cubicBezTo>
                  <a:pt x="4382618" y="2325134"/>
                  <a:pt x="4297010" y="2305328"/>
                  <a:pt x="4250272" y="2371602"/>
                </a:cubicBezTo>
                <a:cubicBezTo>
                  <a:pt x="4306072" y="2371854"/>
                  <a:pt x="4348756" y="2371602"/>
                  <a:pt x="4390009" y="2357127"/>
                </a:cubicBezTo>
                <a:cubicBezTo>
                  <a:pt x="4407179" y="2351286"/>
                  <a:pt x="4426018" y="2345194"/>
                  <a:pt x="4435554" y="2365252"/>
                </a:cubicBezTo>
                <a:cubicBezTo>
                  <a:pt x="4446762" y="2389375"/>
                  <a:pt x="4423632" y="2398516"/>
                  <a:pt x="4409562" y="2402832"/>
                </a:cubicBezTo>
                <a:cubicBezTo>
                  <a:pt x="4369978" y="2415021"/>
                  <a:pt x="4339695" y="2443968"/>
                  <a:pt x="4307026" y="2466566"/>
                </a:cubicBezTo>
                <a:cubicBezTo>
                  <a:pt x="4235250" y="2516082"/>
                  <a:pt x="4156558" y="2557470"/>
                  <a:pt x="4095751" y="2639233"/>
                </a:cubicBezTo>
                <a:cubicBezTo>
                  <a:pt x="4172297" y="2618411"/>
                  <a:pt x="4229288" y="2569913"/>
                  <a:pt x="4300350" y="2560010"/>
                </a:cubicBezTo>
                <a:cubicBezTo>
                  <a:pt x="4238826" y="2634409"/>
                  <a:pt x="4159659" y="2683415"/>
                  <a:pt x="4084784" y="2737500"/>
                </a:cubicBezTo>
                <a:cubicBezTo>
                  <a:pt x="4063322" y="2752735"/>
                  <a:pt x="4041622" y="2763146"/>
                  <a:pt x="4036853" y="2796409"/>
                </a:cubicBezTo>
                <a:cubicBezTo>
                  <a:pt x="4027552" y="2860905"/>
                  <a:pt x="3999653" y="2914228"/>
                  <a:pt x="3940039" y="2942666"/>
                </a:cubicBezTo>
                <a:cubicBezTo>
                  <a:pt x="3939562" y="2942922"/>
                  <a:pt x="3942900" y="2952571"/>
                  <a:pt x="3944808" y="2959171"/>
                </a:cubicBezTo>
                <a:cubicBezTo>
                  <a:pt x="3981292" y="2961204"/>
                  <a:pt x="4010145" y="2923115"/>
                  <a:pt x="4056645" y="2935557"/>
                </a:cubicBezTo>
                <a:cubicBezTo>
                  <a:pt x="4012052" y="2987356"/>
                  <a:pt x="3974853" y="3033825"/>
                  <a:pt x="3911662" y="3058455"/>
                </a:cubicBezTo>
                <a:cubicBezTo>
                  <a:pt x="3861109" y="3078006"/>
                  <a:pt x="3798633" y="3089433"/>
                  <a:pt x="3761910" y="3152912"/>
                </a:cubicBezTo>
                <a:cubicBezTo>
                  <a:pt x="3804594" y="3165356"/>
                  <a:pt x="3836310" y="3149613"/>
                  <a:pt x="3868264" y="3138440"/>
                </a:cubicBezTo>
                <a:cubicBezTo>
                  <a:pt x="3917147" y="3121173"/>
                  <a:pt x="3965554" y="3101622"/>
                  <a:pt x="4014438" y="3084354"/>
                </a:cubicBezTo>
                <a:cubicBezTo>
                  <a:pt x="4033038" y="3077753"/>
                  <a:pt x="4053307" y="3073181"/>
                  <a:pt x="4065229" y="3104668"/>
                </a:cubicBezTo>
                <a:cubicBezTo>
                  <a:pt x="4002991" y="3111271"/>
                  <a:pt x="3965792" y="3153929"/>
                  <a:pt x="3926686" y="3194048"/>
                </a:cubicBezTo>
                <a:cubicBezTo>
                  <a:pt x="3904746" y="3216647"/>
                  <a:pt x="3886862" y="3246864"/>
                  <a:pt x="3847279" y="3235438"/>
                </a:cubicBezTo>
                <a:cubicBezTo>
                  <a:pt x="3826532" y="3229344"/>
                  <a:pt x="3813418" y="3246355"/>
                  <a:pt x="3815565" y="3267177"/>
                </a:cubicBezTo>
                <a:cubicBezTo>
                  <a:pt x="3823433" y="3340561"/>
                  <a:pt x="3775026" y="3366206"/>
                  <a:pt x="3724950" y="3380425"/>
                </a:cubicBezTo>
                <a:cubicBezTo>
                  <a:pt x="3630043" y="3407087"/>
                  <a:pt x="3551113" y="3469805"/>
                  <a:pt x="3458831" y="3504084"/>
                </a:cubicBezTo>
                <a:cubicBezTo>
                  <a:pt x="3369170" y="3537348"/>
                  <a:pt x="3299779" y="3616317"/>
                  <a:pt x="3209882" y="3657707"/>
                </a:cubicBezTo>
                <a:cubicBezTo>
                  <a:pt x="3144781" y="3687670"/>
                  <a:pt x="3082544" y="3726265"/>
                  <a:pt x="3015536" y="3753434"/>
                </a:cubicBezTo>
                <a:cubicBezTo>
                  <a:pt x="2856963" y="3817676"/>
                  <a:pt x="2695288" y="3869222"/>
                  <a:pt x="2524314" y="3876585"/>
                </a:cubicBezTo>
                <a:cubicBezTo>
                  <a:pt x="2383147" y="3882426"/>
                  <a:pt x="1158667" y="3876841"/>
                  <a:pt x="661243" y="3041189"/>
                </a:cubicBezTo>
                <a:cubicBezTo>
                  <a:pt x="651705" y="3037125"/>
                  <a:pt x="640975" y="3026461"/>
                  <a:pt x="637637" y="3016303"/>
                </a:cubicBezTo>
                <a:cubicBezTo>
                  <a:pt x="621659" y="2968820"/>
                  <a:pt x="582552" y="2948253"/>
                  <a:pt x="547261" y="2922608"/>
                </a:cubicBezTo>
                <a:cubicBezTo>
                  <a:pt x="516261" y="2900009"/>
                  <a:pt x="483353" y="2876394"/>
                  <a:pt x="470476" y="2838305"/>
                </a:cubicBezTo>
                <a:cubicBezTo>
                  <a:pt x="453546" y="2787522"/>
                  <a:pt x="501714" y="2829165"/>
                  <a:pt x="510538" y="2809867"/>
                </a:cubicBezTo>
                <a:cubicBezTo>
                  <a:pt x="492177" y="2783460"/>
                  <a:pt x="463799" y="2759336"/>
                  <a:pt x="456407" y="2729374"/>
                </a:cubicBezTo>
                <a:cubicBezTo>
                  <a:pt x="429463" y="2621204"/>
                  <a:pt x="371278" y="2542489"/>
                  <a:pt x="284241" y="2481294"/>
                </a:cubicBezTo>
                <a:cubicBezTo>
                  <a:pt x="259203" y="2463774"/>
                  <a:pt x="242750" y="2431779"/>
                  <a:pt x="208651" y="2426702"/>
                </a:cubicBezTo>
                <a:cubicBezTo>
                  <a:pt x="132821" y="2415529"/>
                  <a:pt x="156667" y="2328180"/>
                  <a:pt x="116605" y="2289331"/>
                </a:cubicBezTo>
                <a:cubicBezTo>
                  <a:pt x="108974" y="2281966"/>
                  <a:pt x="102060" y="2267494"/>
                  <a:pt x="103490" y="2257592"/>
                </a:cubicBezTo>
                <a:cubicBezTo>
                  <a:pt x="105635" y="2243370"/>
                  <a:pt x="114698" y="2229913"/>
                  <a:pt x="122328" y="2217216"/>
                </a:cubicBezTo>
                <a:cubicBezTo>
                  <a:pt x="130198" y="2204521"/>
                  <a:pt x="142119" y="2193348"/>
                  <a:pt x="136397" y="2176590"/>
                </a:cubicBezTo>
                <a:cubicBezTo>
                  <a:pt x="134014" y="2169734"/>
                  <a:pt x="135681" y="2145866"/>
                  <a:pt x="118036" y="2164655"/>
                </a:cubicBezTo>
                <a:cubicBezTo>
                  <a:pt x="69629" y="2216201"/>
                  <a:pt x="41491" y="2167450"/>
                  <a:pt x="0" y="2144088"/>
                </a:cubicBezTo>
                <a:cubicBezTo>
                  <a:pt x="33383" y="2119965"/>
                  <a:pt x="63429" y="2102953"/>
                  <a:pt x="68437" y="2066897"/>
                </a:cubicBezTo>
                <a:cubicBezTo>
                  <a:pt x="78690" y="1992498"/>
                  <a:pt x="122565" y="1958473"/>
                  <a:pt x="189096" y="1951871"/>
                </a:cubicBezTo>
                <a:cubicBezTo>
                  <a:pt x="164535" y="1880012"/>
                  <a:pt x="164535" y="1880012"/>
                  <a:pt x="243942" y="1870107"/>
                </a:cubicBezTo>
                <a:cubicBezTo>
                  <a:pt x="213419" y="1824403"/>
                  <a:pt x="213419" y="1812722"/>
                  <a:pt x="250381" y="1796979"/>
                </a:cubicBezTo>
                <a:cubicBezTo>
                  <a:pt x="285911" y="1781998"/>
                  <a:pt x="325255" y="1776919"/>
                  <a:pt x="358164" y="1753813"/>
                </a:cubicBezTo>
                <a:cubicBezTo>
                  <a:pt x="327879" y="1695412"/>
                  <a:pt x="319295" y="1627615"/>
                  <a:pt x="256819" y="1599175"/>
                </a:cubicBezTo>
                <a:cubicBezTo>
                  <a:pt x="247042" y="1594859"/>
                  <a:pt x="240366" y="1577338"/>
                  <a:pt x="246564" y="1567182"/>
                </a:cubicBezTo>
                <a:cubicBezTo>
                  <a:pt x="269218" y="1530364"/>
                  <a:pt x="236788" y="1460535"/>
                  <a:pt x="307371" y="1452664"/>
                </a:cubicBezTo>
                <a:cubicBezTo>
                  <a:pt x="316195" y="1451902"/>
                  <a:pt x="324303" y="1444284"/>
                  <a:pt x="317387" y="1434381"/>
                </a:cubicBezTo>
                <a:cubicBezTo>
                  <a:pt x="293540" y="1399848"/>
                  <a:pt x="322394" y="1402133"/>
                  <a:pt x="339801" y="1397816"/>
                </a:cubicBezTo>
                <a:cubicBezTo>
                  <a:pt x="360787" y="1392485"/>
                  <a:pt x="384632" y="1407720"/>
                  <a:pt x="404186" y="1388929"/>
                </a:cubicBezTo>
                <a:cubicBezTo>
                  <a:pt x="399654" y="1369123"/>
                  <a:pt x="382725" y="1369377"/>
                  <a:pt x="370802" y="1363030"/>
                </a:cubicBezTo>
                <a:cubicBezTo>
                  <a:pt x="335987" y="1344747"/>
                  <a:pt x="307609" y="1322911"/>
                  <a:pt x="305940" y="1275427"/>
                </a:cubicBezTo>
                <a:cubicBezTo>
                  <a:pt x="304749" y="1237085"/>
                  <a:pt x="300933" y="1203314"/>
                  <a:pt x="349102" y="1191633"/>
                </a:cubicBezTo>
                <a:cubicBezTo>
                  <a:pt x="369132" y="1186808"/>
                  <a:pt x="363408" y="1159132"/>
                  <a:pt x="351962" y="1145419"/>
                </a:cubicBezTo>
                <a:cubicBezTo>
                  <a:pt x="331455" y="1121043"/>
                  <a:pt x="314526" y="1088542"/>
                  <a:pt x="279233" y="1086257"/>
                </a:cubicBezTo>
                <a:cubicBezTo>
                  <a:pt x="257772" y="1084734"/>
                  <a:pt x="241318" y="1074575"/>
                  <a:pt x="224388" y="1062896"/>
                </a:cubicBezTo>
                <a:cubicBezTo>
                  <a:pt x="212228" y="1054515"/>
                  <a:pt x="197681" y="1047406"/>
                  <a:pt x="199111" y="1029379"/>
                </a:cubicBezTo>
                <a:cubicBezTo>
                  <a:pt x="200542" y="1012112"/>
                  <a:pt x="214610" y="1005002"/>
                  <a:pt x="228919" y="1001447"/>
                </a:cubicBezTo>
                <a:cubicBezTo>
                  <a:pt x="276611" y="990021"/>
                  <a:pt x="321440" y="973262"/>
                  <a:pt x="361264" y="934920"/>
                </a:cubicBezTo>
                <a:cubicBezTo>
                  <a:pt x="334794" y="914607"/>
                  <a:pt x="309518" y="899879"/>
                  <a:pt x="289964" y="879311"/>
                </a:cubicBezTo>
                <a:cubicBezTo>
                  <a:pt x="242750" y="829544"/>
                  <a:pt x="642644" y="672875"/>
                  <a:pt x="662674" y="617012"/>
                </a:cubicBezTo>
                <a:cubicBezTo>
                  <a:pt x="668873" y="599745"/>
                  <a:pt x="690096" y="581971"/>
                  <a:pt x="707744" y="576892"/>
                </a:cubicBezTo>
                <a:cubicBezTo>
                  <a:pt x="790487" y="553024"/>
                  <a:pt x="862262" y="499446"/>
                  <a:pt x="946915" y="479640"/>
                </a:cubicBezTo>
                <a:cubicBezTo>
                  <a:pt x="1026799" y="460851"/>
                  <a:pt x="1105490" y="435712"/>
                  <a:pt x="1193003" y="410829"/>
                </a:cubicBezTo>
                <a:cubicBezTo>
                  <a:pt x="1139351" y="348364"/>
                  <a:pt x="1044206" y="355728"/>
                  <a:pt x="1022030" y="265586"/>
                </a:cubicBezTo>
                <a:cubicBezTo>
                  <a:pt x="1108590" y="242225"/>
                  <a:pt x="1199679" y="268888"/>
                  <a:pt x="1283141" y="231814"/>
                </a:cubicBezTo>
                <a:cubicBezTo>
                  <a:pt x="1290295" y="228514"/>
                  <a:pt x="1300072" y="231814"/>
                  <a:pt x="1308655" y="232831"/>
                </a:cubicBezTo>
                <a:cubicBezTo>
                  <a:pt x="1480584" y="252636"/>
                  <a:pt x="1651797" y="235371"/>
                  <a:pt x="1821341" y="210485"/>
                </a:cubicBezTo>
                <a:cubicBezTo>
                  <a:pt x="2065522" y="174938"/>
                  <a:pt x="2310657" y="152338"/>
                  <a:pt x="2556268" y="136340"/>
                </a:cubicBezTo>
                <a:cubicBezTo>
                  <a:pt x="2759196" y="123136"/>
                  <a:pt x="2962599" y="117297"/>
                  <a:pt x="3164574" y="91905"/>
                </a:cubicBezTo>
                <a:cubicBezTo>
                  <a:pt x="3380616" y="64736"/>
                  <a:pt x="3596420" y="34011"/>
                  <a:pt x="3812226" y="5572"/>
                </a:cubicBezTo>
                <a:cubicBezTo>
                  <a:pt x="3822002" y="4301"/>
                  <a:pt x="3832792" y="302"/>
                  <a:pt x="3843224" y="17"/>
                </a:cubicBezTo>
                <a:close/>
              </a:path>
            </a:pathLst>
          </a:custGeom>
        </p:spPr>
      </p:pic>
      <p:pic>
        <p:nvPicPr>
          <p:cNvPr id="6" name="Picture 5" descr="ife.png">
            <a:extLst>
              <a:ext uri="{FF2B5EF4-FFF2-40B4-BE49-F238E27FC236}">
                <a16:creationId xmlns:a16="http://schemas.microsoft.com/office/drawing/2014/main" id="{7CC4341A-AF64-6E9D-4595-665AEB7E0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51" y="-659920"/>
            <a:ext cx="6639464" cy="671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4B04273-AE2A-4676-98D5-85D0D238C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703C5-4133-384F-426C-F3E2001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64EA-1C70-C173-62CB-54575A589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625"/>
            <a:ext cx="10515600" cy="4163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err="1"/>
              <a:t>LifeLvling</a:t>
            </a:r>
            <a:r>
              <a:rPr lang="en-US" sz="3600" dirty="0"/>
              <a:t> is a web-based platform </a:t>
            </a:r>
            <a:r>
              <a:rPr lang="en-US" sz="3600"/>
              <a:t>made</a:t>
            </a:r>
            <a:r>
              <a:rPr lang="en-US" sz="3600" dirty="0"/>
              <a:t> to support those who wish to get themselves into shape but lack the motivation and time, Allowing customers to </a:t>
            </a:r>
            <a:r>
              <a:rPr lang="en-US" sz="3600"/>
              <a:t>get into shape with the motivation of gaining online points, reaching higher levels that is displayed</a:t>
            </a:r>
            <a:r>
              <a:rPr lang="en-US" sz="3600" dirty="0"/>
              <a:t> in the course page.</a:t>
            </a:r>
          </a:p>
        </p:txBody>
      </p:sp>
    </p:spTree>
    <p:extLst>
      <p:ext uri="{BB962C8B-B14F-4D97-AF65-F5344CB8AC3E}">
        <p14:creationId xmlns:p14="http://schemas.microsoft.com/office/powerpoint/2010/main" val="339383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E20309-1FB9-4818-BAFA-9C4C0534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3570E-1F92-024E-C971-3DA2B4B6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0" y="-5556"/>
            <a:ext cx="4818212" cy="2368999"/>
          </a:xfrm>
        </p:spPr>
        <p:txBody>
          <a:bodyPr>
            <a:normAutofit/>
          </a:bodyPr>
          <a:lstStyle/>
          <a:p>
            <a:r>
              <a:rPr lang="en-US"/>
              <a:t>Customer actor – 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0160-BF66-5A26-BCA7-D5D2B2C9F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39" y="3214973"/>
            <a:ext cx="7788215" cy="267092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>
              <a:buAutoNum type="arabicPeriod"/>
            </a:pPr>
            <a:r>
              <a:rPr lang="en-US"/>
              <a:t>Customer should be able to create an account or login to an existing account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Customer </a:t>
            </a:r>
            <a:r>
              <a:rPr lang="en-US"/>
              <a:t>should be able to view their courses, and search for desired courses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Customer should have the option to add or drop a course</a:t>
            </a:r>
          </a:p>
          <a:p>
            <a:pPr marL="457200" indent="-457200">
              <a:buAutoNum type="arabicPeriod"/>
            </a:pPr>
            <a:r>
              <a:rPr lang="en-US"/>
              <a:t>Customer should be able to write a review on a course, and view reviews from other users</a:t>
            </a:r>
            <a:endParaRPr lang="en-US" dirty="0"/>
          </a:p>
          <a:p>
            <a:pPr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8245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BE20309-1FB9-4818-BAFA-9C4C0534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64A0B-E082-5192-03C0-9832BD90D8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1200" y="-1996022"/>
            <a:ext cx="352425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Provider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4BA3-22BB-26F0-7EB9-4F9FCC4F720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3888" y="1432980"/>
            <a:ext cx="95475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Create/modify/remove provider profile - Providers register an instructor account and manage their bio, certifications, and profile info through a provider settings page. They can update details or delete their account from the dashboard.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Create courses - Providers can create courses using a course creation form where they add workout plans, schedules, difficulty level, due dates, and point rewards. Courses are saved and listed in the searchable course catalog.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View student/overall course statistics - Providers have a dashboard that shows enrollment counts, student progress, completion rates, and average course ratings using tables and progress indicators.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Reply to reviews - Providers can respond directly to customer reviews under each course through a reply button, allowing follow-up feedback or clarification.</a:t>
            </a:r>
          </a:p>
          <a:p>
            <a:pPr marL="0">
              <a:lnSpc>
                <a:spcPct val="90000"/>
              </a:lnSpc>
            </a:pP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3701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BrushVTI</vt:lpstr>
      <vt:lpstr>LifeLvling </vt:lpstr>
      <vt:lpstr>Description</vt:lpstr>
      <vt:lpstr>Customer actor – User Stories</vt:lpstr>
      <vt:lpstr>Provider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2026-02-19T06:47:00Z</dcterms:created>
  <dcterms:modified xsi:type="dcterms:W3CDTF">2026-02-19T18:52:20Z</dcterms:modified>
</cp:coreProperties>
</file>